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Montserrat"/>
      <p:regular r:id="rId14"/>
      <p:bold r:id="rId15"/>
      <p:italic r:id="rId16"/>
      <p:boldItalic r:id="rId17"/>
    </p:embeddedFont>
    <p:embeddedFont>
      <p:font typeface="Lat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font" Target="fonts/Lato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font" Target="fonts/Montserrat-bold.fntdata"/><Relationship Id="rId14" Type="http://schemas.openxmlformats.org/officeDocument/2006/relationships/font" Target="fonts/Montserrat-regular.fntdata"/><Relationship Id="rId17" Type="http://schemas.openxmlformats.org/officeDocument/2006/relationships/font" Target="fonts/Montserrat-boldItalic.fntdata"/><Relationship Id="rId16" Type="http://schemas.openxmlformats.org/officeDocument/2006/relationships/font" Target="fonts/Montserrat-italic.fntdata"/><Relationship Id="rId5" Type="http://schemas.openxmlformats.org/officeDocument/2006/relationships/slideMaster" Target="slideMasters/slideMaster2.xml"/><Relationship Id="rId19" Type="http://schemas.openxmlformats.org/officeDocument/2006/relationships/font" Target="fonts/Lato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Lato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bb9aaca30b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bb9aaca30b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bb9aaca30b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bb9aaca30b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bb9aaca30b_1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bb9aaca30b_1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c221875a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c221875a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bb9aaca30b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bb9aaca30b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bb9aaca30b_1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bb9aaca30b_1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4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275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6" name="Google Shape;136;p14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37" name="Google Shape;137;p14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27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4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27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4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14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1" name="Google Shape;141;p14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42" name="Google Shape;142;p14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43" name="Google Shape;143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Google Shape;145;p15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46" name="Google Shape;146;p1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1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49" name="Google Shape;149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50" name="Google Shape;15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16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53" name="Google Shape;153;p16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1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6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1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6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16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6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6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6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6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6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6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16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16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16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6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6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16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1" name="Google Shape;171;p16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2" name="Google Shape;17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17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75" name="Google Shape;175;p1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7" name="Google Shape;177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8" name="Google Shape;178;p17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79" name="Google Shape;179;p17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0" name="Google Shape;180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oogle Shape;182;p18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83" name="Google Shape;183;p18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18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5" name="Google Shape;185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86" name="Google Shape;18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oogle Shape;188;p19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89" name="Google Shape;189;p1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1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1" name="Google Shape;191;p19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92" name="Google Shape;192;p19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93" name="Google Shape;19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20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196" name="Google Shape;196;p20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1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20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1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20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20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20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0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20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20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20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20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20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20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20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20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20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20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20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0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4" name="Google Shape;214;p20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5" name="Google Shape;2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7" name="Google Shape;217;p21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218" name="Google Shape;218;p21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21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0" name="Google Shape;220;p21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21" name="Google Shape;221;p21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222" name="Google Shape;222;p21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3" name="Google Shape;22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" name="Google Shape;225;p22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226" name="Google Shape;226;p22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22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8" name="Google Shape;228;p22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229" name="Google Shape;229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2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32" name="Google Shape;232;p2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1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2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14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2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2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2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2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2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2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2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2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2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2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2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2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2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0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0" name="Google Shape;250;p23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251" name="Google Shape;251;p23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2" name="Google Shape;25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2" name="Google Shape;13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b="0" i="0" sz="13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3" name="Google Shape;13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5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Medal Dungeon</a:t>
            </a:r>
            <a:endParaRPr/>
          </a:p>
        </p:txBody>
      </p:sp>
      <p:sp>
        <p:nvSpPr>
          <p:cNvPr id="260" name="Google Shape;260;p25"/>
          <p:cNvSpPr txBox="1"/>
          <p:nvPr/>
        </p:nvSpPr>
        <p:spPr>
          <a:xfrm>
            <a:off x="4743100" y="4057825"/>
            <a:ext cx="44196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Авторы: Казаков Даниил Алексеевич</a:t>
            </a:r>
            <a:b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     Краснов Андрей Юрьевич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     Коптуров Роман Сергеевич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Введение</a:t>
            </a:r>
            <a:endParaRPr/>
          </a:p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600"/>
              <a:t>Идея проекта: </a:t>
            </a:r>
            <a:r>
              <a:rPr lang="ru" sz="1600"/>
              <a:t>создание игры на языке Python с использованием библиотеки arcade.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ru" sz="1600"/>
              <a:t>Решаемая задача: </a:t>
            </a:r>
            <a:r>
              <a:rPr lang="ru" sz="1600"/>
              <a:t>научиться делать игры на Python, используя библиотеку arcade.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Структура программы</a:t>
            </a:r>
            <a:endParaRPr/>
          </a:p>
        </p:txBody>
      </p:sp>
      <p:sp>
        <p:nvSpPr>
          <p:cNvPr id="272" name="Google Shape;272;p2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b="1" lang="ru" sz="1600"/>
              <a:t>Язык программирования: </a:t>
            </a:r>
            <a:r>
              <a:rPr lang="ru" sz="1600"/>
              <a:t>Python 3;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b="1" lang="ru" sz="1600"/>
              <a:t>Используемые библиотеки: </a:t>
            </a:r>
            <a:r>
              <a:rPr lang="ru" sz="1600"/>
              <a:t>arcade, os, sys, math;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b="1" lang="ru" sz="1600"/>
              <a:t>Особенности программы: </a:t>
            </a:r>
            <a:r>
              <a:rPr lang="ru" sz="1600"/>
              <a:t>проект создан, полностью опираясь на принципы ООП.</a:t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8"/>
          <p:cNvSpPr txBox="1"/>
          <p:nvPr>
            <p:ph type="title"/>
          </p:nvPr>
        </p:nvSpPr>
        <p:spPr>
          <a:xfrm>
            <a:off x="1328300" y="3706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Устройство классов</a:t>
            </a:r>
            <a:endParaRPr/>
          </a:p>
        </p:txBody>
      </p:sp>
      <p:sp>
        <p:nvSpPr>
          <p:cNvPr id="278" name="Google Shape;278;p28"/>
          <p:cNvSpPr txBox="1"/>
          <p:nvPr>
            <p:ph idx="1" type="body"/>
          </p:nvPr>
        </p:nvSpPr>
        <p:spPr>
          <a:xfrm>
            <a:off x="1328300" y="15444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BaseEntity - основной класс для всех персонажей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BaseEnemy - наследуется от BaseEntity, класс для врагов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Archer, Barbarian, Warrior - классы врагов, наследуются от BaseEnemy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BaseProjectile - класс для снарядов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Player - класс для игрока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Скриншоты</a:t>
            </a:r>
            <a:endParaRPr/>
          </a:p>
        </p:txBody>
      </p:sp>
      <p:pic>
        <p:nvPicPr>
          <p:cNvPr id="284" name="Google Shape;284;p29" title="medal_dungeon_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045" y="2155394"/>
            <a:ext cx="1842500" cy="10412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9" title="medal_dungeon_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100" y="1727447"/>
            <a:ext cx="2696665" cy="1511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9" title="medal_dungeon_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5314" y="1724750"/>
            <a:ext cx="2688239" cy="1516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9" title="medal_dungeon_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3662" y="1727441"/>
            <a:ext cx="2696675" cy="1511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9" title="medal_dungeon_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6200" y="1723563"/>
            <a:ext cx="2688226" cy="15192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Заключение</a:t>
            </a:r>
            <a:endParaRPr/>
          </a:p>
        </p:txBody>
      </p:sp>
      <p:sp>
        <p:nvSpPr>
          <p:cNvPr id="294" name="Google Shape;294;p3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2000"/>
              <a:t>Возможности для улучшения:</a:t>
            </a:r>
            <a:r>
              <a:rPr lang="ru" sz="1700"/>
              <a:t> </a:t>
            </a:r>
            <a:endParaRPr sz="1700"/>
          </a:p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SzPts val="1700"/>
              <a:buChar char="●"/>
            </a:pPr>
            <a:r>
              <a:rPr lang="ru" sz="1700"/>
              <a:t>Создание большего количества уровней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ru" sz="1700"/>
              <a:t>Создание финального босса</a:t>
            </a:r>
            <a:endParaRPr sz="17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1"/>
          <p:cNvSpPr txBox="1"/>
          <p:nvPr>
            <p:ph type="title"/>
          </p:nvPr>
        </p:nvSpPr>
        <p:spPr>
          <a:xfrm>
            <a:off x="823850" y="-126500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900"/>
              <a:t>Спасибо за внимание!</a:t>
            </a:r>
            <a:endParaRPr sz="2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