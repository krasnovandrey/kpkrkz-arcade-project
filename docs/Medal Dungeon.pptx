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1" r:id="rId7"/>
  </p:sldIdLst>
  <p:sldSz cx="9144000" cy="5143500" type="screen16x9"/>
  <p:notesSz cx="6858000" cy="9144000"/>
  <p:embeddedFontLst>
    <p:embeddedFont>
      <p:font typeface="Montserrat" charset="-52"/>
      <p:regular r:id="rId9"/>
      <p:bold r:id="rId10"/>
      <p:italic r:id="rId11"/>
      <p:boldItalic r:id="rId12"/>
    </p:embeddedFont>
    <p:embeddedFont>
      <p:font typeface="Lato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-642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b9aaca30b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b9aaca30b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b9aaca30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b9aaca30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b9aaca30b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b9aaca30b_1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b9aaca30b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b9aaca30b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27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1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37" name="Google Shape;137;p1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27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275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3" name="Google Shape;1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46" name="Google Shape;146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6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53" name="Google Shape;153;p16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6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6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6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6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6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6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6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6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6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6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6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6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6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16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75" name="Google Shape;175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8" name="Google Shape;178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5" name="Google Shape;18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89" name="Google Shape;189;p1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0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96" name="Google Shape;196;p20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0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0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0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0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0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0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8" name="Google Shape;218;p2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1" name="Google Shape;221;p21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22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226" name="Google Shape;226;p22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2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2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32" name="Google Shape;232;p2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14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0" name="Google Shape;250;p23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51" name="Google Shape;251;p23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Medal Dungeon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4743100" y="4057825"/>
            <a:ext cx="4419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Авторы: Казаков Даниил Алексеевич</a:t>
            </a:r>
            <a:b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     Краснов Андрей Юрьевич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     Коптуров Роман Сергеевич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/>
              <a:t>Идея проекта: </a:t>
            </a:r>
            <a:r>
              <a:rPr lang="ru" sz="1600"/>
              <a:t>создание игры на языке Python с использованием библиотеки arcade.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 b="1"/>
              <a:t>Решаемая задача: </a:t>
            </a:r>
            <a:r>
              <a:rPr lang="ru" sz="1600"/>
              <a:t>научиться делать игры на Python, используя библиотеку arcade.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программы</a:t>
            </a:r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Язык программирования: </a:t>
            </a:r>
            <a:r>
              <a:rPr lang="ru" sz="1600"/>
              <a:t>Python 3;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Используемые библиотеки: </a:t>
            </a:r>
            <a:r>
              <a:rPr lang="ru" sz="1600"/>
              <a:t>arcade, os, sys, math;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 b="1"/>
              <a:t>Особенности программы: </a:t>
            </a:r>
            <a:r>
              <a:rPr lang="ru" sz="1600"/>
              <a:t>проект создан, полностью опираясь на принципы ООП.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>
            <a:spLocks noGrp="1"/>
          </p:cNvSpPr>
          <p:nvPr>
            <p:ph type="title"/>
          </p:nvPr>
        </p:nvSpPr>
        <p:spPr>
          <a:xfrm>
            <a:off x="1328300" y="3706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Устройство классов</a:t>
            </a:r>
            <a:endParaRPr/>
          </a:p>
        </p:txBody>
      </p:sp>
      <p:sp>
        <p:nvSpPr>
          <p:cNvPr id="278" name="Google Shape;278;p28"/>
          <p:cNvSpPr txBox="1">
            <a:spLocks noGrp="1"/>
          </p:cNvSpPr>
          <p:nvPr>
            <p:ph type="body" idx="1"/>
          </p:nvPr>
        </p:nvSpPr>
        <p:spPr>
          <a:xfrm>
            <a:off x="1328300" y="15444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BaseEntity - основной класс для всех персонажей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BaseEnemy - наследуется от BaseEntity, класс для врагов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BaseProjectile - класс для снарядов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ru" sz="1600"/>
              <a:t>Player - класс для игрока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>
            <a:spLocks noGrp="1"/>
          </p:cNvSpPr>
          <p:nvPr>
            <p:ph type="title"/>
          </p:nvPr>
        </p:nvSpPr>
        <p:spPr>
          <a:xfrm>
            <a:off x="823850" y="-126500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/>
              <a:t>Спасибо за внимание!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Экран (16:9)</PresentationFormat>
  <Paragraphs>16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Montserrat</vt:lpstr>
      <vt:lpstr>Lato</vt:lpstr>
      <vt:lpstr>Focus</vt:lpstr>
      <vt:lpstr>Focus</vt:lpstr>
      <vt:lpstr>Medal Dungeon</vt:lpstr>
      <vt:lpstr>Введение</vt:lpstr>
      <vt:lpstr>Структура программы</vt:lpstr>
      <vt:lpstr>Устройство классов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Medal Dungeon</dc:title>
  <cp:lastModifiedBy>GANSOR</cp:lastModifiedBy>
  <cp:revision>1</cp:revision>
  <dcterms:modified xsi:type="dcterms:W3CDTF">2026-01-23T18:11:14Z</dcterms:modified>
</cp:coreProperties>
</file>